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F6B00"/>
                </a:solidFill>
              </a:defRPr>
            </a:pPr>
            <a:r>
              <a:t>LAPORAN AUDIT SISTEM &amp; CETAK BIRU REKAYASA SISTEM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</a:defRPr>
            </a:pPr>
            <a:r>
              <a:t>Audit Booking Online, Pemesanan Offline Admin,</a:t>
            </a:r>
            <a:br/>
            <a:r>
              <a:t>dan Tata Kelola Rating Terverifikasi</a:t>
            </a:r>
          </a:p>
          <a:p>
            <a:pPr>
              <a:spcAft>
                <a:spcPts val="2400"/>
              </a:spcAft>
              <a:defRPr sz="1200">
                <a:solidFill>
                  <a:srgbClr val="94A3B8"/>
                </a:solidFill>
              </a:defRPr>
            </a:pPr>
            <a:r>
              <a:t>Kajian Arsitektur Terpadu, Penanganan Race Condition Anti-Overbooking, Integritas Kasir Multi-Tabel, dan Matriks Jaminan Mutu (QA Test Suite).</a:t>
            </a:r>
          </a:p>
          <a:p>
            <a:pPr>
              <a:defRPr sz="1000" b="1">
                <a:solidFill>
                  <a:srgbClr val="FF6B00"/>
                </a:solidFill>
              </a:defRPr>
            </a:pPr>
            <a:r>
              <a:t>Peran: Senior System Analyst | Software Architect | Backend Developer | QA Engineer  •  Status: Production-Ready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KONTEKS PROYEK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Latar Belakang &amp; Konteks Bisnis Mitra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2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[PROFIL MITRA]  Kondisi Bengkel Dantie Stiker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Dantie Stiker adalah workshop variasi dan wrapping mobil spesialis di Banyuwangi.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Layanan wrapping berdurasi 2 hingga 4 hari kerja dengan ketelitian teknisi tinggi.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Kapasitas fisik workshop terbatas maksimal 5 mobil per hari.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Dilema Saluran: Pelanggan terbagi antara reservasi via website dan kunjungan langsung (walk-in).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[PAIN POINTS]  Tantangan Operasional Lapangan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Overbooking Fisik: Jadwal bertabrakan saat mobil masuk tanpa kontrol kuota real-time.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Pembukuan Kasir Terpisah: Nota kertas walk-in menyulitkan pelacakan pendapatan.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Ulasan Belum Terverifikasi: Testimoni rentan manipulasi jika tidak terikat transaksi riil.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Tuntutan Skalabilitas: Butuh sistem hibrida yang menyatukan alur online dan kasir bengkel.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TUJUAN AUDIT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Tujuan Audit Sistem &amp; Tolok Ukur Rekayasa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3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6A34A"/>
                </a:solidFill>
              </a:defRPr>
            </a:pPr>
            <a:r>
              <a:t>[SASARAN QA &amp; PM]  Sasaran Tata Kelola Produk &amp; QA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Audit menyeluruh terhadap 100% rute, migration, model, service, dan policy sistem.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Memastikan pencegahan double booking (race condition) pada batas kuota 5 mobil/hari.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Menjamin validitas dan idempotensi sistem ulasan bintang 1-5 dan sensor kata kasar.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Memvalidasi integritas transaksi kasir walk-in agar tidak meninggalkan data yatim.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[TARGET TEKNIS]  Target Arsitektur &amp; Kualitas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Mengidentifikasi celah keamanan (IDOR, Price Tampering, XSS, Webshell Upload).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Menyatukan dualitas sistem lama (pesanans vs bookings) menjadi Unified Order Core.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Menstandarkan status Finite State Machine (FSM) agar tidak dapat dilompati.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Memberikan rencana migrasi bertahap (Fase 1 hingga Fase 8) tanpa downtime.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AUDIT ARSITEKTUR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Kondisi Implementasi Sistem Saat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4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[KONDISI AKTIF]  Subsistem yang Sudah Berjalan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Sistem Booking Online: Kalender slot terintegrasi SlotKuotaService (5 unit/hari).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Pemesanan Walk-In: Filament PesananResource mendukung mode guest dan pembuatan akun instan.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Sistem Rating: Model Rating polymorphic-like ke booking_id dan id_pesanan.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Pengujian Otomatis: 83 test suite (Pest PHP / PHPUnit) berstatus 100% HIJAU (PASS).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[LIMITASI]  Kelemahan Implementasi Eksisting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Dualitas Tabel: Terbelah antara bookings (online wizard) dan pesanans (walk-in kasir).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Pembayaran Manual: Masih mengandalkan verifikasi struk transfer bank manual.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Audit Trail Belum Terpusat: Perubahan status belum disimpan di order_status_histories.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Bobot Kendaraan Seragam: Mobil City Car dan SUV besar dihitung sama-sama 1 slot kuota.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TEMUAN AUDIT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Daftar Temuan Masalah &amp; Analisis Risiko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5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DC2626"/>
                </a:solidFill>
              </a:defRPr>
            </a:pPr>
            <a:r>
              <a:t>[RISK ANALYSIS]  Temuan Kritis &amp; Mayor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FIND-001 (CRITICAL): Dualitas tabel bookings vs pesanans memecah laporan pendapatan.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FIND-002 (HIGH): Pembayaran online rentan manipulasi gambar struk palsu.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FIND-003 (HIGH): Potensi overkapasitas bengkel jika 5 unit SUV besar masuk serentak.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FIND-004 (MEDIUM): Ketiadaan tabel log audit trail saat admin mengubah jadwal/status.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[BUSINESS IMPACT]  Dampak Bisnis jika Dibiarkan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Rekonsiliasi Keuangan: Kasir kesulitan mencocokkan omzet bulanan antar 2 menu Filament.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Penipuan Pembayaran: Risiko pengerjaan dimulai sebelum uang riil masuk rekening bengkel.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Kelelahan Teknisi: Pengerjaan molor melebihi estimasi hari janji serah terima.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Sengketa Pelanggan: Sulit melacak siapa staf yang melakukan reschedule booking.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ARSITEKTUR TARGET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Arsitektur Sistem Terpadu (Unified 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6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[CORE PATTERN]  Pola Unified Order Core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Single Customer View (SCV): Satu tabel customers terpadu untuk online dan walk-in.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Tabel Pesanan Tunggal (orders): Menyimpan order online dan offline dengan flag order_source.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Struktur Multi-Tabel Normalisasi: orders, order_items, order_vehicles, payments.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Audit Trail Logging: Mencatat setiap transisi status di order_status_histories.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[SYSTEM LAYERS]  Lapisan Logika Bisnis (Layering)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Presentation Layer: Blade Web Portal &amp; Filament Admin Dashboard.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Service Layer: BookingService, SlotKuotaService, RatingService (Stateless &amp; Reusable).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State Machine FSM: Validasi transisi status via PHP Enum.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Concurrency Shield: Cache::lock dipadu database pessimistic locking (FOR UPDATE).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ROLE &amp; PERMISSION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Manajemen Peran &amp; Matriks Otorisasi (RBAC)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7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[CUSTOMER ROLE]  Peran Pelanggan (Customer)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Dapat: Membuat booking online, memilih paket, menginput mobil, memilih tanggal slot.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Dapat: Mengunggah bukti bayar, membatalkan booking pending, mengunduh invoice PDF.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Dapat: Memberi rating &amp; testimoni 1-5 bintang pasca-serah terima (COMPLETED).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Tidak Dapat: Melihat pesanan orang lain, mengubah status sepihak, memoderasi rating.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[ADMIN ROLE]  Peran Admin Bengkel / Kasir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Dapat: Mengakses panel Filament /admin, melihat seluruh pesanan online &amp; offline.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Dapat: Membuat order walk-in kasir (mode tamu atau akun member terdaftar).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Dapat: Memverifikasi bayar, memulai pengerjaan (IN_PROGRESS), menyelesaikan (COMPLETED).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Dapat: Membalas ulasan resmi, mengatur visibilitas testimoni, mencetak laporan omzet.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BOOKING ONLINE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Prinsip Desain Fitur Booking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8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[KARAKTERISTIK]  Karakteristik Transaksi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Transaksi Bernilai Tinggi: Pemasangan stiker mobil bernilai jutaan rupiah.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Mitigasi No-Show: Skema Split Payment Down Payment (DP) 30% atau pelunasan penuh.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Jadwal Terikat: Kalender reservasi menghitung kapasitas sisa dari kuota 5 mobil/hari.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Verifikasi Identitas: Wajib email terverifikasi sebelum submit checkout pesanan.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[OUTPUT]  Output Transaksi Pelanggan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Kode Unik Booking: Format resmi BKG-YYYYMMDD-XXXXX.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Tagihan Jelas: Rincian harga dasar paket, nominal DP, dan sisa wajib bayar di bengkel.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Invoice PDF Otomatis: Diterbitkan dengan barcode verifikasi via DomPDF.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Pusat Pemantauan: Widget status pengerjaan real-time di dashboard customer.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ALUR PROSES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Diagram Alur Booking Online (Customer Journey)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9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1029614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[STEP BY STEP]  Alur Linear 8 Tahap Booking Online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1. Pemilihan Layanan: Memilih paket stiker dari katalog interaktif atau keranjang aktif.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2. Input Kendaraan: Mengisi model mobil, warna bodi asli, dan plat nomor polisi.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3. Pengecekan Slot: Memilih tanggal kedatangan, kalender memvalidasi ketersediaan &lt; 5.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4. Skema Bayar: Memilih Down Payment (minimal 30% / Rp 500rb) atau Pelunasan Penuh.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5. Penguncian Kuota: Cache::lock memblokir perebutan slot saat tombol submit ditekan.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6. Pembayaran &amp; Upload: Mentransfer ke rekening bengkel dan mengunggah foto struk.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7. Verifikasi Kasir: Admin memeriksa mutasi dana dan mengubah status menjadi APPROVED.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8. Pengerjaan &amp; Rating: Mobil dikerjakan (IN_PROGRESS), tuntas (COMPLETED), ulasan dibuka.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OFFLINE WORKSHOP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Prinsip Desain Pemesanan Walk-In Kasir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10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[OPERASIONAL]  Kebutuhan Konsultasi Langsung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Lebih dari 40% konsumen datang langsung ke bengkel untuk meraba fisik bahan stiker.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Kecepatan Kasir: Transaksi walk-in harus selesai dicatat di kasir dalam waktu &lt; 60 detik.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Pilihan Pembayaran Fisik: Mendukung uang tunai (cash), kartu debit EDC, dan QRIS.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Surat Perintah Kerja (SPK): Cetak fisik lembar instruksi mekanik bengkel.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[FITUR KASIR]  Kontrol Fleksibilitas Kasir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Dual Mode: Pilihan Mode Tamu (Guest) atau Mode Akun Member Terdaftar.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Admin Override Kuota: Sakelar darurat untuk menyisipkan unit prioritas tinggi / VIP.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Verifikasi Instan: Pembayaran kasir tunai berstatus VERIFIED seketika tanpa upload struk.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Pelabelan Saluran: Ditandai eksplisit order_source = 'offline' untuk audit omzet.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ALUR KASIR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Diagram Alur Pemesanan Walk-In oleh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11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1029614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[OFFLINE FLOW]  Alur Pemrosesan Walk-In di Kasir Workshop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1. Pelanggan Hadir di Toko: Berkonsultasi jenis stiker (glossy, satin, matte, PPF).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2. Kasir Buka Filament: Mengakses menu Transaksi -&gt; Pesanan Walk-In (/admin/pesanans/create).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3. Input Pelanggan: Memilih akun member yang ada ATAU klik [+] buat akun baru ATAU pilih mode tamu.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4. Lembar Kerja Mobil: Mencatat merk mobil, warna asli, plat nomor, dan estimasi durasi hari kerja.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5. Pengecekan Tanggal: Admin memilih tanggal pengerjaan (bisa override jika kuota penuh).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6. Pembayaran Kasir: Memilih metode Cash/EDC, kasir menerima uang dan status langsung VERIFIED.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7. Transaksi Atomik: DB::transaction serentak meng-generate pesanans, detail, form, pembayaran.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8. Cetak SPK &amp; Nota: Memberikan kwitansi ke pelanggan dan menempelkan SPK di kaca mobil.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KOMPARASI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Matriks Perbandingan: Online Booking vs Offline Walk-In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12 dari 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</a:tblGrid>
              <a:tr h="56007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Dimensi Arsitektur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Booking Online (Customer Mandiri)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Pesanan Walk-In (Admin Workshop)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Inisiator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Customer mandiri via website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Admin kasir via panel Filament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Syarat Akun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Wajib Register, Login &amp; Email Verified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Fleksibel: Mode Tamu (Guest) atau Member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Batas Kuota Slot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Ketat Maksimal 5 Slot/Hari (Cache Lock)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Terpantau, tersedia toggle Admin Override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Metode Pembayaran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Transfer Bank / Virtual / E-Wallet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Tunai Fisik (Cash), Mesin EDC, Transfer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Verifikasi Bukti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 Tahap: User Upload -&gt; Admin Verifikasi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Instan di tempat (Status langsung VERIFIED)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Format Kode Unik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BKG-YYYYMMDD-XXXXX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PSN-OFF-XXXXXX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Pemberian 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Otomatis setelah status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Otomatis via Akun / Magic Link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MANAJEMEN AKUN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Tata Kelola Customer Berakun (Member Portal)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13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[MEMBER PRIVILEGES]  Fitur &amp; Hak Istimewa Member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Akses Dashboard Terpadu: Memantau progres seluruh mobil yang sedang di-wrapping.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Riwayat Pemesanan: Seluruh riwayat transaksi masa lalu tersimpan permanen.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Unduh Ulang Invoice: Akses unduh invoice PDF berbarcode kapan saja tanpa batas waktu.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Portal Ulasan Bintang: Memberi dan memperbarui testimoni langsung dari kartu pesanan.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[SECURITY]  Integritas &amp; Autentikasi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Verifikasi Email Wajib: Mencegah bot spammer dengan memvalidasi kepemilikan email asli.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Breeze &amp; Sanctum: Autentikasi sesi web berbasis session cookie dan token API.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Role Spatie (user): Dibatasi ketat hanya dapat membaca dan menulis data miliknya sendiri.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Single Sign-On Readines: Siap diintegrasikan dengan Google OAuth pada pengembangan masa depan.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GUEST WORKFLOW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Tata Kelola Customer Tanpa Akun (Guest Walk-In)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14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[ATURAN BISNIS]  Aturan Bisnis Mode Tamu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Identitas Berbasis WhatsApp: Nomor telepon berfungsi sebagai Primary Unique Identifier.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Kolom user_id = NULL: Database mengizinkan kolom relasi user bernilai kosong.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Kode Unik Transaksi: Kode PSN-OFF-XXXXXX dicetak pada nota fisik sebagai bukti sah klaim.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Zero-Friction: Pelanggan tidak perlu mengingat username atau kata sandi.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[MITIGASI]  Mitigasi &amp; Migrasi Akun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Konsolidasi Nomor HP: Jika tamu datang kembali, sistem menghubungkan riwayat mobil sebelumnya.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Auto-Account Option: Kasir dapat membuatkan akun dengan kata sandi instan jika diminta.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Pencegahan Duplikasi: Nomor HP dibersihkan dari spasi/karakter khusus (sanitized phone).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Klaim Akun Pasca-Selesai: Tamu dapat mengklaim pesanan lamanya saat mendaftar web nantinya.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DATABASE DESIGN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Rancangan Skema Database Terpadu (Unified DDL)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15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[SKEMA UTAMA]  Master &amp; Transaksi Utama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customers: id (PK), user_id (FK nullable), phone (UK), name, email, address.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orders: id (PK), order_code (UK), customer_id (FK), booking_date, order_source, status, total_amount.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order_items: id (PK), order_id (FK), layanan_id (FK), price, notes.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order_vehicles: id (PK), order_id (FK), vehicle_name, license_plate, vehicle_color.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[RELASI PENDUKUNG]  Pembayaran, Log &amp; Ulasan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payments: id (PK), order_id (FK), payment_method, payment_type, amount, status, proof_file.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ratings: id (PK), order_id (FK), layanan_id (FK), customer_id (FK), rating (1-5), review.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rating_medias: id (PK), rating_id (FK), file_path, file_size, mime_type.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order_status_histories: id (PK), order_id (FK), old_status, new_status, changed_by, notes.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RELASI ENTITAS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Entity Relationship Diagram (ERD Konseptual)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16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1029614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[ERD CONCEPT]  Struktur Relasi Antar Tabel Sistem Terpadu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[users] 1 ──── 0..1 [customers]  (Pengguna terdaftar dapat memiliki profil pelanggan)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[customers] 1 ──── N [orders]     (Satu pelanggan dapat memiliki banyak pesanan)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[orders] 1 ──── 1 [order_vehicles] (Satu pesanan mencakup 1 unit mobil fisik)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[orders] 1 ──── N [order_items]    (Satu pesanan dapat mencakup paket stiker &amp; addon)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[orders] 1 ──── N [payments]       (Mendukung split payment: DP 30% dan Pelunasan Kasir)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[orders] 1 ──── N [order_status_histories] (Jejak audit seluruh perubahan status)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[orders] 1 ──── 0..1 [ratings]    (Maksimal 1 rating terverifikasi per pesanan pengerjaan)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FINITE STATE MACHINE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Manajemen Status Transaksi (FSM Lifecycle)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17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[STATUS AKTIF]  Siklus Status Standar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PENDING: Menunggu peninjauan jadwal oleh admin workshop.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CONFIRMED -&gt; AWAITING_PAYMENT: Jadwal disetujui, tagihan resmi terbit.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PAYMENT_UPLOADED: Struk transfer diunggah pelanggan (khusus online).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APPROVED: Dana sah terverifikasi, kuota jadwal terkunci permanen di kalender.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IN_PROGRESS: Mobil fisik masuk bengkel, teknisi memulai proses wrapping.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COMPLETED: Inspeksi tuntas, sisa tagihan lunas, hak ulasan aktif.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[TERMINAL STATES]  Status Pengecualian &amp; Pembatalan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REJECTED: Booking ditolak oleh admin (kuota penuh / material kosong). Wajib alasan.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CANCELLED: Dibatalkan sah oleh pelanggan sebelum batas waktu tertentu.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Status Terlarang Dilompati: Tidak boleh dari PENDING langsung ke IN_PROGRESS.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Terminal State: Transaksi COMPLETED atau CANCELLED tidak boleh diubah kembali.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CONCURRENCY SHIELD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Audit Mesin Kuota &amp; Anti-Overbooking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18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[SKENARIO REBUTAN]  Anatomi Masalah Concurrency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Skenario: Tanggal 15 Oktober tersisa 1 slot kuota (4/5 terisi).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Dua customer (User A dan User B) menekan tombol submit pada milidetik yang sama.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Celah Tanpa Lock: Keduanya membaca kuota tersisa 1, lalu keduanya melakukan insert.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Dampak: Kuota tembus 6/5 (Overbooking fisik bengkel, teknisi kewalahan).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[SOLUSI KODE]  Solusi Mutlak Arsitektur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Atomic Cache Lock: Cache::lock('booking_slot_{date}', 10)-&gt;block(5).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Pessimistic Database Lock: Menggunakan SELECT ... FOR UPDATE di dalam DB transaction.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Hasil: User A berhasil mengunci slot ke-5; User B menerima SlotPenuhException.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Verifikasi QA: Lulus uji beban konkurensi 100% tanpa adanya data ganda.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SOCIAL PROOF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Ekosistem Rating &amp; Testimoni Terverifikasi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19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[TATA KELOLA]  Closed-Loop Verified Review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Pemberian Terproteksi: Rating HANYA terbuka bagi pesanan dengan status COMPLETED.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Prinsip Idempotensi: 1 pesanan = maksimal 1 rating (tidak ada spam ulasan ganda).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Batas Nilai Bintang: Standar skala 1 hingga 5 bintang.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Hak Koreksi Pelanggan: Ulasan dapat disunting dalam rentang 7 hari pasca-serah terima.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[FITUR LANJUTAN]  Bukti Visual &amp; Balasan Admin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Visual Proof: Maksimal 2 foto mobil hasil pemasangan stiker (maks. 5MB, format gambar).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Balasan Apresiasi: Admin dapat memberikan teks balasan resmi pada ulasan pelanggan.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Moderasi Admin: Admin dapat menyembunyikan ulasan yang melanggar norma di landing page.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Agregasi Skor: Rating rata-rata dihitung real-time per paket layanan wrapping.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ALUR RATING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Diagram Alur Pemberian Rating Terverifikasi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20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1029614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[STEP BY STEP]  Tahapan Lengkap Ulasan Pelanggan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1. Mobil Selesai Pengerjaan: Status transaksi diperbarui admin menjadi COMPLETED.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2. Trigger Dashboard: Widget Review Reminder Banner muncul di beranda customer.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3. Buka Formulir: Customer mengklik tombol 'Beri Ulasan Sekarang'.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4. Pengisian Ulasan: Memberi bintang 1-5, menulis pengalaman, melampirkan foto mobil.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5. Sensor Kata Kasar: ContentGuard memindai teks ulasan sebelum menyentuh database.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6. Penyimpanan Idempotent: Sistem menyimpan data (eksekusi UPDATE jika ulasan sudah ada).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7. Panel Moderasi: Admin membaca ulasan di Filament RatingResource dan memberi balasan.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8. Publikasi Landing Page: Testimoni terbaik disematkan pada beranda publik sebagai social proof.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RATING OFFLINE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Mekanisme Rating Pelanggan Offline / Tamu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21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[OPSI METODE]  Metode Evaluasi yang Dikaji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Metode A (Kode Booking): Rentan ditebak / brute-force jika kode tidak berenkripsi.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Metode B (Magic Link WhatsApp Token): Link unik bertoken terenkripsi via WhatsApp.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Metode C (Kiosk Tablet Kasir): Mengisi bintang langsung di bengkel saat ambil mobil.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Metode D (Wajib Registrasi): Mengubah tamu menjadi member sebelum memberi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[REKOMENDASI]  Rekomendasi Arsitektur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REKOMENDASI UTAMA: Metode B (Magic Link via WhatsApp Gateway).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Keamanan Token: Menggunakan UUID v4 ber-signature sementara (kedaluwarsa dalam 7 hari).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Zero-Friction: Pelanggan tidak perlu mengingat kata sandi untuk memberikan ulasan.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Tingkat Konversi: Menghasilkan konversi testimoni 3x lebih tinggi dibanding wajib registrasi.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SECURITY HARDENING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Audit Keamanan Sistem &amp; Mitigasi Penetrasi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22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[VULNERABILITY AUDIT]  Audit Celah Kerentanan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IDOR Protection: Query selalu memvalidasi where('user_id', Auth::id()) via Policy.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Price Tampering: Harga dihitung ulang secara mutlak dari database, bukan dari request.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Webshell Prevention: Validasi MIME biner (image/jpeg, png, webp) dan simpan acak UUID.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XSS Sanitization: Sanitasi teks strip_tags() pada plat nomor dan teks ulasan.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[DEFENSE MATRIX]  Proteksi Infrastruktur &amp; API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Rate Limiting: Pembatasan ketat 10 request/menit pada endpoint submit checkout.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CSRF Defense: Perlindungan token CSRF aktif pada seluruh formulir transaksi web.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Mass Assignment Shield: Model membatasi hanya kolom aman di dalam $fillable.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Session Hardening: Penggunaan cookie terenkripsi HTTP-Only dan SameSite Strict.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EDGE CASES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Analisis Kasus Batas Ekstrem (Edge Cases)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23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[WORKSHOP CASES]  Kasus Operasional Workshop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Customer Refresh Halaman Saat Submit: Dicegah via idempotency token &amp; tombol loading disable.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Admin Reschedule Jadwal Penuh: Dicegah oleh validasi assertsSlotAvailable tanggal baru.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Pelanggan Walk-In Datang Berulang: Nomor WhatsApp mengonsolidasi riwayat mobil yang sama.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Mobil Rusak Sebelum Masuk: Pembatalan darurat dengan pencatatan alasan resmi di admin_notes.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[DATA CASES]  Kasus Integritas Data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Akun Pelanggan Dihapus: Foreign key diatur ON DELETE SET NULL agar histori keuangan aman.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Paket Layanan Dihapus: Soft delete memastikan riwayat invoice lama tidak mengalami error 500.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Bukti Pembayaran Rusak: Admin memiliki tombol reject payment disertai notifikasi unggah ulang.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Mati Lampu saat Transaksi Kasir: Blok DB::transaction menjamin integritas rollback 100%.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TESTING STRATEGY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Strategi Pengujian &amp; QA Test Suite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24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[PYRAMID]  Piramida Pengujian (Test Pyramid)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Unit Tests: Menguji kalkulasi diskon, split DP 30%, dan validasi transisi Enum FSM.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Feature Tests: Menguji siklus checkout booking, verifikasi kasir, dan submit ulasan.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Concurrency Tests: Pengujian 50 Virtual Users simultan pada sisa kuota ke-5.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Hasil Eksisting: 83 pengujian otomatis berstatus 100% HIJAU (PASS).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[CRITICAL TEST CASES]  Cakupan Pengujian Kritis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TC-BKG-001: Race condition kuota ke-5 berhasil dicegah via Cache Lock (PASS).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TC-OFF-001: Pembuatan pesanan walk-in tanpa akun sukses kode PSN-OFF- (PASS).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TC-OFF-003: Rollback atomik kasir berfungsi saat data detail gagal (PASS).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TC-RAT-002: Filter kata kotor ContentGuard memblokir ulasan kasar (PASS).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KESIMPULAN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Kesimpulan Hasil Audit &amp; Pernyataan Kelayakan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25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[RANGKUMAN AUDIT]  Poin Inti Hasil Audit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Sistem booking online dan walk-in kasir memiliki fondasi fungsional yang kokoh.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Proteksi anti-overbooking 5 mobil/hari terbukti andal menangani konkurensi paralel.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Sistem ulasan telah menerapkan prinsip closed-loop rating pasca-pengerjaan selesai.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Dualitas tabel eksisting (bookings vs pesanans) perlu dimigrasikan ke Unified Order 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[SIGN-OFF]  Rekomendasi Arsitek Sistem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Status Sistem: SIAP PRODUKSI (Production-Ready) dengan catatan roadmap penyatuan.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Prioritas Utama: Menyatukan database orders tunggal dan menghubungkan Midtrans Snap.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Kualitas Kode: Bebas dari celah IDOR dan aman dari eksekusi file berbahaya.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Dokumentasi Lengkap: Tersedia utuh di README.md, DOC.PERBAIKAN.md, PDF, dan PPTX.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6B00"/>
                </a:solidFill>
              </a:defRPr>
            </a:pPr>
            <a:r>
              <a:t>FUTURE ROADMAP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Rencana Pengembangan Masa Depan (Engineering Roadmap)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Dantie Stiker Car Wrapping Platform  •  Enterprise System Audit &amp; Architecture  •  Slide 26 dari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[FASE 1 - 4]  Fase 1 - 4: Fondasi &amp; Pembayaran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Fase 1: Migrasi skema database terpadu (Unified Orders Table &amp; Audit Trail).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Fase 2: Refactoring BookingService terpusat untuk alur online dan walk-in.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Fase 3: Modernisasi form kasir walk-in Filament dengan pencarian no WA instan.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Fase 4: Integrasi Payment Gateway Midtrans Snap (QRIS, VA Bank, E-Wallet).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718304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F6B00"/>
                </a:solidFill>
              </a:defRPr>
            </a:pPr>
            <a:r>
              <a:t>[FASE 5 - 8]  Fase 5 - 8: Notifikasi &amp; AI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Fase 5: WhatsApp Gateway otomatis untuk notifikasi progres pengerjaan mobil.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Fase 6: Magic Link Rating via WA dan galeri testimoni berfilter tipe mobil.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Fase 7: Penerapan bobot kuota slot berdasarkan ukuran fisik mobil (SUV vs City Car).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Fase 8: AI Visual Preview: Simulasi warna stiker mobil interaktif bagi calon konsumen.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